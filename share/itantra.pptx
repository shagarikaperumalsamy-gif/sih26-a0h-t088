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6" r:id="rId6"/>
    <p:sldId id="294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" dt="2026-09-03T16:56:13.137"/>
    <p1510:client id="{4E469C26-A357-28EF-E226-BC7C88D81459}" v="108" dt="2026-09-03T18:03:50.783"/>
    <p1510:client id="{E0B06B69-1228-205A-6540-A547A5943BD7}" v="3" dt="2026-09-03T16:55:22.6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tenantanon#00f9cda3-075e-44e5-aa0b-aba3add6539f::" providerId="AD" clId="Web-{E0B06B69-1228-205A-6540-A547A5943BD7}"/>
    <pc:docChg chg="modSld">
      <pc:chgData name="Guest User" userId="S::urn:spo:tenantanon#00f9cda3-075e-44e5-aa0b-aba3add6539f::" providerId="AD" clId="Web-{E0B06B69-1228-205A-6540-A547A5943BD7}" dt="2026-09-03T16:55:22.687" v="2"/>
      <pc:docMkLst>
        <pc:docMk/>
      </pc:docMkLst>
      <pc:sldChg chg="addSp delSp modSp">
        <pc:chgData name="Guest User" userId="S::urn:spo:tenantanon#00f9cda3-075e-44e5-aa0b-aba3add6539f::" providerId="AD" clId="Web-{E0B06B69-1228-205A-6540-A547A5943BD7}" dt="2026-09-03T16:55:22.687" v="2"/>
        <pc:sldMkLst>
          <pc:docMk/>
          <pc:sldMk cId="1588084416" sldId="297"/>
        </pc:sldMkLst>
        <pc:spChg chg="add del">
          <ac:chgData name="Guest User" userId="S::urn:spo:tenantanon#00f9cda3-075e-44e5-aa0b-aba3add6539f::" providerId="AD" clId="Web-{E0B06B69-1228-205A-6540-A547A5943BD7}" dt="2026-09-03T16:55:22.687" v="2"/>
          <ac:spMkLst>
            <pc:docMk/>
            <pc:sldMk cId="1588084416" sldId="297"/>
            <ac:spMk id="3" creationId="{AAD213C8-75AC-6544-0B6E-2DE92F14F655}"/>
          </ac:spMkLst>
        </pc:spChg>
        <pc:picChg chg="mod">
          <ac:chgData name="Guest User" userId="S::urn:spo:tenantanon#00f9cda3-075e-44e5-aa0b-aba3add6539f::" providerId="AD" clId="Web-{E0B06B69-1228-205A-6540-A547A5943BD7}" dt="2026-09-03T16:55:20.515" v="0" actId="1076"/>
          <ac:picMkLst>
            <pc:docMk/>
            <pc:sldMk cId="1588084416" sldId="297"/>
            <ac:picMk id="8" creationId="{2C534D34-E847-C0D3-0023-3486E2F29559}"/>
          </ac:picMkLst>
        </pc:picChg>
      </pc:sldChg>
    </pc:docChg>
  </pc:docChgLst>
  <pc:docChgLst>
    <pc:chgData name="P Shagarika - [CB.EN.U4CCE26135]" userId="S::cb.en.u4cce26135@cb.students.amrita.edu::5fab58c6-0802-4109-80a9-c583e74a6945" providerId="AD" clId="Web-{8DB368BA-028D-5E51-386D-42B60DAFF741}"/>
    <pc:docChg chg="modSld">
      <pc:chgData name="P Shagarika - [CB.EN.U4CCE26135]" userId="S::cb.en.u4cce26135@cb.students.amrita.edu::5fab58c6-0802-4109-80a9-c583e74a6945" providerId="AD" clId="Web-{8DB368BA-028D-5E51-386D-42B60DAFF741}" dt="2026-08-27T18:45:24.014" v="6" actId="20577"/>
      <pc:docMkLst>
        <pc:docMk/>
      </pc:docMkLst>
      <pc:sldChg chg="modSp">
        <pc:chgData name="P Shagarika - [CB.EN.U4CCE26135]" userId="S::cb.en.u4cce26135@cb.students.amrita.edu::5fab58c6-0802-4109-80a9-c583e74a6945" providerId="AD" clId="Web-{8DB368BA-028D-5E51-386D-42B60DAFF741}" dt="2026-08-27T18:45:24.014" v="6" actId="20577"/>
        <pc:sldMkLst>
          <pc:docMk/>
          <pc:sldMk cId="0" sldId="281"/>
        </pc:sldMkLst>
        <pc:spChg chg="mod">
          <ac:chgData name="P Shagarika - [CB.EN.U4CCE26135]" userId="S::cb.en.u4cce26135@cb.students.amrita.edu::5fab58c6-0802-4109-80a9-c583e74a6945" providerId="AD" clId="Web-{8DB368BA-028D-5E51-386D-42B60DAFF741}" dt="2026-08-27T18:45:24.014" v="6" actId="20577"/>
          <ac:spMkLst>
            <pc:docMk/>
            <pc:sldMk cId="0" sldId="281"/>
            <ac:spMk id="15362" creationId="{00000000-0000-0000-0000-000000000000}"/>
          </ac:spMkLst>
        </pc:spChg>
      </pc:sldChg>
    </pc:docChg>
  </pc:docChgLst>
  <pc:docChgLst>
    <pc:chgData name="P Shagarika - [CB.EN.U4CCE26135]" userId="S::cb.en.u4cce26135@cb.students.amrita.edu::5fab58c6-0802-4109-80a9-c583e74a6945" providerId="AD" clId="Web-{4E469C26-A357-28EF-E226-BC7C88D81459}"/>
    <pc:docChg chg="modSld sldOrd">
      <pc:chgData name="P Shagarika - [CB.EN.U4CCE26135]" userId="S::cb.en.u4cce26135@cb.students.amrita.edu::5fab58c6-0802-4109-80a9-c583e74a6945" providerId="AD" clId="Web-{4E469C26-A357-28EF-E226-BC7C88D81459}" dt="2026-09-03T18:03:50.783" v="84" actId="14100"/>
      <pc:docMkLst>
        <pc:docMk/>
      </pc:docMkLst>
      <pc:sldChg chg="addSp delSp modSp">
        <pc:chgData name="P Shagarika - [CB.EN.U4CCE26135]" userId="S::cb.en.u4cce26135@cb.students.amrita.edu::5fab58c6-0802-4109-80a9-c583e74a6945" providerId="AD" clId="Web-{4E469C26-A357-28EF-E226-BC7C88D81459}" dt="2026-09-03T18:03:50.783" v="84" actId="14100"/>
        <pc:sldMkLst>
          <pc:docMk/>
          <pc:sldMk cId="0" sldId="281"/>
        </pc:sldMkLst>
        <pc:picChg chg="add mod">
          <ac:chgData name="P Shagarika - [CB.EN.U4CCE26135]" userId="S::cb.en.u4cce26135@cb.students.amrita.edu::5fab58c6-0802-4109-80a9-c583e74a6945" providerId="AD" clId="Web-{4E469C26-A357-28EF-E226-BC7C88D81459}" dt="2026-09-03T18:03:50.783" v="84" actId="14100"/>
          <ac:picMkLst>
            <pc:docMk/>
            <pc:sldMk cId="0" sldId="281"/>
            <ac:picMk id="2" creationId="{C6A52DAD-FF55-3B2C-7B73-B1634D875D0B}"/>
          </ac:picMkLst>
        </pc:picChg>
        <pc:picChg chg="del">
          <ac:chgData name="P Shagarika - [CB.EN.U4CCE26135]" userId="S::cb.en.u4cce26135@cb.students.amrita.edu::5fab58c6-0802-4109-80a9-c583e74a6945" providerId="AD" clId="Web-{4E469C26-A357-28EF-E226-BC7C88D81459}" dt="2026-09-03T17:53:02.626" v="78"/>
          <ac:picMkLst>
            <pc:docMk/>
            <pc:sldMk cId="0" sldId="281"/>
            <ac:picMk id="4" creationId="{3470AE52-E449-1E9A-4192-1AD0F2D712DE}"/>
          </ac:picMkLst>
        </pc:picChg>
      </pc:sldChg>
      <pc:sldChg chg="addSp delSp modSp">
        <pc:chgData name="P Shagarika - [CB.EN.U4CCE26135]" userId="S::cb.en.u4cce26135@cb.students.amrita.edu::5fab58c6-0802-4109-80a9-c583e74a6945" providerId="AD" clId="Web-{4E469C26-A357-28EF-E226-BC7C88D81459}" dt="2026-09-03T17:52:45.579" v="77" actId="14100"/>
        <pc:sldMkLst>
          <pc:docMk/>
          <pc:sldMk cId="0" sldId="290"/>
        </pc:sldMkLst>
        <pc:spChg chg="mod">
          <ac:chgData name="P Shagarika - [CB.EN.U4CCE26135]" userId="S::cb.en.u4cce26135@cb.students.amrita.edu::5fab58c6-0802-4109-80a9-c583e74a6945" providerId="AD" clId="Web-{4E469C26-A357-28EF-E226-BC7C88D81459}" dt="2026-09-03T17:31:08.830" v="59" actId="20577"/>
          <ac:spMkLst>
            <pc:docMk/>
            <pc:sldMk cId="0" sldId="290"/>
            <ac:spMk id="2" creationId="{D29D837A-31D3-DFD3-7F7E-FADDC987A1BF}"/>
          </ac:spMkLst>
        </pc:spChg>
        <pc:picChg chg="add mod">
          <ac:chgData name="P Shagarika - [CB.EN.U4CCE26135]" userId="S::cb.en.u4cce26135@cb.students.amrita.edu::5fab58c6-0802-4109-80a9-c583e74a6945" providerId="AD" clId="Web-{4E469C26-A357-28EF-E226-BC7C88D81459}" dt="2026-09-03T17:52:45.579" v="77" actId="14100"/>
          <ac:picMkLst>
            <pc:docMk/>
            <pc:sldMk cId="0" sldId="290"/>
            <ac:picMk id="3" creationId="{72A98114-5003-BCC9-9E5D-08B68B3DBE92}"/>
          </ac:picMkLst>
        </pc:picChg>
        <pc:picChg chg="del">
          <ac:chgData name="P Shagarika - [CB.EN.U4CCE26135]" userId="S::cb.en.u4cce26135@cb.students.amrita.edu::5fab58c6-0802-4109-80a9-c583e74a6945" providerId="AD" clId="Web-{4E469C26-A357-28EF-E226-BC7C88D81459}" dt="2026-09-03T17:50:47.860" v="66"/>
          <ac:picMkLst>
            <pc:docMk/>
            <pc:sldMk cId="0" sldId="290"/>
            <ac:picMk id="4" creationId="{F22D8811-BA7D-D419-2582-D7303312AA46}"/>
          </ac:picMkLst>
        </pc:picChg>
      </pc:sldChg>
      <pc:sldChg chg="addSp delSp modSp">
        <pc:chgData name="P Shagarika - [CB.EN.U4CCE26135]" userId="S::cb.en.u4cce26135@cb.students.amrita.edu::5fab58c6-0802-4109-80a9-c583e74a6945" providerId="AD" clId="Web-{4E469C26-A357-28EF-E226-BC7C88D81459}" dt="2026-09-03T17:51:23.720" v="70" actId="14100"/>
        <pc:sldMkLst>
          <pc:docMk/>
          <pc:sldMk cId="3753387913" sldId="293"/>
        </pc:sldMkLst>
        <pc:picChg chg="add del mod">
          <ac:chgData name="P Shagarika - [CB.EN.U4CCE26135]" userId="S::cb.en.u4cce26135@cb.students.amrita.edu::5fab58c6-0802-4109-80a9-c583e74a6945" providerId="AD" clId="Web-{4E469C26-A357-28EF-E226-BC7C88D81459}" dt="2026-09-03T17:50:26.204" v="65"/>
          <ac:picMkLst>
            <pc:docMk/>
            <pc:sldMk cId="3753387913" sldId="293"/>
            <ac:picMk id="2" creationId="{E7E60C18-8FBA-65F6-60DE-0EAFEBF36DA1}"/>
          </ac:picMkLst>
        </pc:picChg>
        <pc:picChg chg="add mod">
          <ac:chgData name="P Shagarika - [CB.EN.U4CCE26135]" userId="S::cb.en.u4cce26135@cb.students.amrita.edu::5fab58c6-0802-4109-80a9-c583e74a6945" providerId="AD" clId="Web-{4E469C26-A357-28EF-E226-BC7C88D81459}" dt="2026-09-03T17:51:23.720" v="70" actId="14100"/>
          <ac:picMkLst>
            <pc:docMk/>
            <pc:sldMk cId="3753387913" sldId="293"/>
            <ac:picMk id="3" creationId="{2C618782-3CD6-D009-F9E2-552526C100A5}"/>
          </ac:picMkLst>
        </pc:picChg>
        <pc:picChg chg="del">
          <ac:chgData name="P Shagarika - [CB.EN.U4CCE26135]" userId="S::cb.en.u4cce26135@cb.students.amrita.edu::5fab58c6-0802-4109-80a9-c583e74a6945" providerId="AD" clId="Web-{4E469C26-A357-28EF-E226-BC7C88D81459}" dt="2026-09-03T17:49:36.610" v="60"/>
          <ac:picMkLst>
            <pc:docMk/>
            <pc:sldMk cId="3753387913" sldId="293"/>
            <ac:picMk id="8" creationId="{09334C76-B63F-C0D4-4665-A34F8A9730ED}"/>
          </ac:picMkLst>
        </pc:picChg>
      </pc:sldChg>
      <pc:sldChg chg="addSp delSp modSp ord">
        <pc:chgData name="P Shagarika - [CB.EN.U4CCE26135]" userId="S::cb.en.u4cce26135@cb.students.amrita.edu::5fab58c6-0802-4109-80a9-c583e74a6945" providerId="AD" clId="Web-{4E469C26-A357-28EF-E226-BC7C88D81459}" dt="2026-09-03T17:16:51.443" v="43" actId="14100"/>
        <pc:sldMkLst>
          <pc:docMk/>
          <pc:sldMk cId="1588084416" sldId="297"/>
        </pc:sldMkLst>
        <pc:spChg chg="add del mod">
          <ac:chgData name="P Shagarika - [CB.EN.U4CCE26135]" userId="S::cb.en.u4cce26135@cb.students.amrita.edu::5fab58c6-0802-4109-80a9-c583e74a6945" providerId="AD" clId="Web-{4E469C26-A357-28EF-E226-BC7C88D81459}" dt="2026-09-03T17:16:23.521" v="36"/>
          <ac:spMkLst>
            <pc:docMk/>
            <pc:sldMk cId="1588084416" sldId="297"/>
            <ac:spMk id="3" creationId="{3CE881A7-740D-7F06-384D-79519945579C}"/>
          </ac:spMkLst>
        </pc:spChg>
        <pc:picChg chg="mod">
          <ac:chgData name="P Shagarika - [CB.EN.U4CCE26135]" userId="S::cb.en.u4cce26135@cb.students.amrita.edu::5fab58c6-0802-4109-80a9-c583e74a6945" providerId="AD" clId="Web-{4E469C26-A357-28EF-E226-BC7C88D81459}" dt="2026-09-03T17:16:51.443" v="43" actId="14100"/>
          <ac:picMkLst>
            <pc:docMk/>
            <pc:sldMk cId="1588084416" sldId="297"/>
            <ac:picMk id="8" creationId="{2C534D34-E847-C0D3-0023-3486E2F29559}"/>
          </ac:picMkLst>
        </pc:picChg>
      </pc:sldChg>
    </pc:docChg>
  </pc:docChgLst>
  <pc:docChgLst>
    <pc:chgData name="P Shagarika - [CB.EN.U4CCE26135]" userId="S::cb.en.u4cce26135@cb.students.amrita.edu::5fab58c6-0802-4109-80a9-c583e74a6945" providerId="AD" clId="Web-{90A443DE-78C9-C015-81F6-66D22DABEC6D}"/>
    <pc:docChg chg="addSld delSld modSld">
      <pc:chgData name="P Shagarika - [CB.EN.U4CCE26135]" userId="S::cb.en.u4cce26135@cb.students.amrita.edu::5fab58c6-0802-4109-80a9-c583e74a6945" providerId="AD" clId="Web-{90A443DE-78C9-C015-81F6-66D22DABEC6D}" dt="2026-08-27T19:15:40.529" v="232" actId="20577"/>
      <pc:docMkLst>
        <pc:docMk/>
      </pc:docMkLst>
      <pc:sldChg chg="addSp delSp modSp">
        <pc:chgData name="P Shagarika - [CB.EN.U4CCE26135]" userId="S::cb.en.u4cce26135@cb.students.amrita.edu::5fab58c6-0802-4109-80a9-c583e74a6945" providerId="AD" clId="Web-{90A443DE-78C9-C015-81F6-66D22DABEC6D}" dt="2026-08-27T19:06:25.556" v="145" actId="14100"/>
        <pc:sldMkLst>
          <pc:docMk/>
          <pc:sldMk cId="0" sldId="281"/>
        </pc:sldMkLst>
        <pc:spChg chg="mod">
          <ac:chgData name="P Shagarika - [CB.EN.U4CCE26135]" userId="S::cb.en.u4cce26135@cb.students.amrita.edu::5fab58c6-0802-4109-80a9-c583e74a6945" providerId="AD" clId="Web-{90A443DE-78C9-C015-81F6-66D22DABEC6D}" dt="2026-08-27T18:53:37.038" v="58" actId="20577"/>
          <ac:spMkLst>
            <pc:docMk/>
            <pc:sldMk cId="0" sldId="281"/>
            <ac:spMk id="9" creationId="{00000000-0000-0000-0000-000000000000}"/>
          </ac:spMkLst>
        </pc:spChg>
        <pc:spChg chg="mod">
          <ac:chgData name="P Shagarika - [CB.EN.U4CCE26135]" userId="S::cb.en.u4cce26135@cb.students.amrita.edu::5fab58c6-0802-4109-80a9-c583e74a6945" providerId="AD" clId="Web-{90A443DE-78C9-C015-81F6-66D22DABEC6D}" dt="2026-08-27T18:44:37.006" v="15" actId="14100"/>
          <ac:spMkLst>
            <pc:docMk/>
            <pc:sldMk cId="0" sldId="281"/>
            <ac:spMk id="10" creationId="{5DBCE864-823D-4A13-9607-5DA1F0ED5FB8}"/>
          </ac:spMkLst>
        </pc:spChg>
        <pc:spChg chg="mod">
          <ac:chgData name="P Shagarika - [CB.EN.U4CCE26135]" userId="S::cb.en.u4cce26135@cb.students.amrita.edu::5fab58c6-0802-4109-80a9-c583e74a6945" providerId="AD" clId="Web-{90A443DE-78C9-C015-81F6-66D22DABEC6D}" dt="2026-08-27T18:45:14.445" v="26" actId="14100"/>
          <ac:spMkLst>
            <pc:docMk/>
            <pc:sldMk cId="0" sldId="281"/>
            <ac:spMk id="15361" creationId="{00000000-0000-0000-0000-000000000000}"/>
          </ac:spMkLst>
        </pc:spChg>
        <pc:spChg chg="mod">
          <ac:chgData name="P Shagarika - [CB.EN.U4CCE26135]" userId="S::cb.en.u4cce26135@cb.students.amrita.edu::5fab58c6-0802-4109-80a9-c583e74a6945" providerId="AD" clId="Web-{90A443DE-78C9-C015-81F6-66D22DABEC6D}" dt="2026-08-27T19:00:01.148" v="130" actId="20577"/>
          <ac:spMkLst>
            <pc:docMk/>
            <pc:sldMk cId="0" sldId="281"/>
            <ac:spMk id="15362" creationId="{00000000-0000-0000-0000-000000000000}"/>
          </ac:spMkLst>
        </pc:spChg>
        <pc:picChg chg="add mod">
          <ac:chgData name="P Shagarika - [CB.EN.U4CCE26135]" userId="S::cb.en.u4cce26135@cb.students.amrita.edu::5fab58c6-0802-4109-80a9-c583e74a6945" providerId="AD" clId="Web-{90A443DE-78C9-C015-81F6-66D22DABEC6D}" dt="2026-08-27T19:06:25.556" v="145" actId="14100"/>
          <ac:picMkLst>
            <pc:docMk/>
            <pc:sldMk cId="0" sldId="281"/>
            <ac:picMk id="5" creationId="{2059A683-5330-F921-26D2-263CE4F4FD20}"/>
          </ac:picMkLst>
        </pc:picChg>
      </pc:sldChg>
      <pc:sldChg chg="addSp delSp modSp">
        <pc:chgData name="P Shagarika - [CB.EN.U4CCE26135]" userId="S::cb.en.u4cce26135@cb.students.amrita.edu::5fab58c6-0802-4109-80a9-c583e74a6945" providerId="AD" clId="Web-{90A443DE-78C9-C015-81F6-66D22DABEC6D}" dt="2026-08-27T19:06:53.181" v="149"/>
        <pc:sldMkLst>
          <pc:docMk/>
          <pc:sldMk cId="0" sldId="290"/>
        </pc:sldMkLst>
        <pc:spChg chg="mod">
          <ac:chgData name="P Shagarika - [CB.EN.U4CCE26135]" userId="S::cb.en.u4cce26135@cb.students.amrita.edu::5fab58c6-0802-4109-80a9-c583e74a6945" providerId="AD" clId="Web-{90A443DE-78C9-C015-81F6-66D22DABEC6D}" dt="2026-08-27T18:54:05.227" v="77" actId="14100"/>
          <ac:spMkLst>
            <pc:docMk/>
            <pc:sldMk cId="0" sldId="290"/>
            <ac:spMk id="2" creationId="{D29D837A-31D3-DFD3-7F7E-FADDC987A1BF}"/>
          </ac:spMkLst>
        </pc:spChg>
        <pc:spChg chg="mod">
          <ac:chgData name="P Shagarika - [CB.EN.U4CCE26135]" userId="S::cb.en.u4cce26135@cb.students.amrita.edu::5fab58c6-0802-4109-80a9-c583e74a6945" providerId="AD" clId="Web-{90A443DE-78C9-C015-81F6-66D22DABEC6D}" dt="2026-08-27T18:53:43.382" v="67" actId="20577"/>
          <ac:spMkLst>
            <pc:docMk/>
            <pc:sldMk cId="0" sldId="290"/>
            <ac:spMk id="7" creationId="{00000000-0000-0000-0000-000000000000}"/>
          </ac:spMkLst>
        </pc:spChg>
        <pc:picChg chg="add">
          <ac:chgData name="P Shagarika - [CB.EN.U4CCE26135]" userId="S::cb.en.u4cce26135@cb.students.amrita.edu::5fab58c6-0802-4109-80a9-c583e74a6945" providerId="AD" clId="Web-{90A443DE-78C9-C015-81F6-66D22DABEC6D}" dt="2026-08-27T19:06:53.181" v="149"/>
          <ac:picMkLst>
            <pc:docMk/>
            <pc:sldMk cId="0" sldId="290"/>
            <ac:picMk id="8" creationId="{97A95003-8F68-D7ED-503D-1D3B40BB7E7B}"/>
          </ac:picMkLst>
        </pc:picChg>
      </pc:sldChg>
      <pc:sldChg chg="addSp delSp add del">
        <pc:chgData name="P Shagarika - [CB.EN.U4CCE26135]" userId="S::cb.en.u4cce26135@cb.students.amrita.edu::5fab58c6-0802-4109-80a9-c583e74a6945" providerId="AD" clId="Web-{90A443DE-78C9-C015-81F6-66D22DABEC6D}" dt="2026-08-27T19:06:44.150" v="147"/>
        <pc:sldMkLst>
          <pc:docMk/>
          <pc:sldMk cId="0" sldId="291"/>
        </pc:sldMkLst>
        <pc:picChg chg="add">
          <ac:chgData name="P Shagarika - [CB.EN.U4CCE26135]" userId="S::cb.en.u4cce26135@cb.students.amrita.edu::5fab58c6-0802-4109-80a9-c583e74a6945" providerId="AD" clId="Web-{90A443DE-78C9-C015-81F6-66D22DABEC6D}" dt="2026-08-27T19:06:44.150" v="147"/>
          <ac:picMkLst>
            <pc:docMk/>
            <pc:sldMk cId="0" sldId="291"/>
            <ac:picMk id="3" creationId="{4DC2681C-C7CF-A7BB-625B-01A47C87ECEB}"/>
          </ac:picMkLst>
        </pc:picChg>
      </pc:sldChg>
      <pc:sldChg chg="addSp delSp modSp">
        <pc:chgData name="P Shagarika - [CB.EN.U4CCE26135]" userId="S::cb.en.u4cce26135@cb.students.amrita.edu::5fab58c6-0802-4109-80a9-c583e74a6945" providerId="AD" clId="Web-{90A443DE-78C9-C015-81F6-66D22DABEC6D}" dt="2026-08-27T19:09:49.123" v="182" actId="14100"/>
        <pc:sldMkLst>
          <pc:docMk/>
          <pc:sldMk cId="3753387913" sldId="293"/>
        </pc:sldMkLst>
        <pc:spChg chg="mod">
          <ac:chgData name="P Shagarika - [CB.EN.U4CCE26135]" userId="S::cb.en.u4cce26135@cb.students.amrita.edu::5fab58c6-0802-4109-80a9-c583e74a6945" providerId="AD" clId="Web-{90A443DE-78C9-C015-81F6-66D22DABEC6D}" dt="2026-08-27T19:09:44.545" v="181" actId="14100"/>
          <ac:spMkLst>
            <pc:docMk/>
            <pc:sldMk cId="3753387913" sldId="293"/>
            <ac:spMk id="4" creationId="{F8AB1643-F1BA-40B8-A354-AE4D35708D9E}"/>
          </ac:spMkLst>
        </pc:spChg>
        <pc:spChg chg="mod">
          <ac:chgData name="P Shagarika - [CB.EN.U4CCE26135]" userId="S::cb.en.u4cce26135@cb.students.amrita.edu::5fab58c6-0802-4109-80a9-c583e74a6945" providerId="AD" clId="Web-{90A443DE-78C9-C015-81F6-66D22DABEC6D}" dt="2026-08-27T18:53:18.960" v="54" actId="20577"/>
          <ac:spMkLst>
            <pc:docMk/>
            <pc:sldMk cId="3753387913" sldId="293"/>
            <ac:spMk id="7" creationId="{00000000-0000-0000-0000-000000000000}"/>
          </ac:spMkLst>
        </pc:spChg>
        <pc:picChg chg="add">
          <ac:chgData name="P Shagarika - [CB.EN.U4CCE26135]" userId="S::cb.en.u4cce26135@cb.students.amrita.edu::5fab58c6-0802-4109-80a9-c583e74a6945" providerId="AD" clId="Web-{90A443DE-78C9-C015-81F6-66D22DABEC6D}" dt="2026-08-27T19:07:20.495" v="151"/>
          <ac:picMkLst>
            <pc:docMk/>
            <pc:sldMk cId="3753387913" sldId="293"/>
            <ac:picMk id="5" creationId="{1C8BA9FF-C593-9573-4FE3-8690672F9141}"/>
          </ac:picMkLst>
        </pc:picChg>
      </pc:sldChg>
      <pc:sldChg chg="addSp delSp modSp">
        <pc:chgData name="P Shagarika - [CB.EN.U4CCE26135]" userId="S::cb.en.u4cce26135@cb.students.amrita.edu::5fab58c6-0802-4109-80a9-c583e74a6945" providerId="AD" clId="Web-{90A443DE-78C9-C015-81F6-66D22DABEC6D}" dt="2026-08-27T19:07:25.589" v="153"/>
        <pc:sldMkLst>
          <pc:docMk/>
          <pc:sldMk cId="2997144140" sldId="294"/>
        </pc:sldMkLst>
        <pc:spChg chg="mod">
          <ac:chgData name="P Shagarika - [CB.EN.U4CCE26135]" userId="S::cb.en.u4cce26135@cb.students.amrita.edu::5fab58c6-0802-4109-80a9-c583e74a6945" providerId="AD" clId="Web-{90A443DE-78C9-C015-81F6-66D22DABEC6D}" dt="2026-08-27T18:53:50.648" v="75" actId="20577"/>
          <ac:spMkLst>
            <pc:docMk/>
            <pc:sldMk cId="2997144140" sldId="294"/>
            <ac:spMk id="7" creationId="{00000000-0000-0000-0000-000000000000}"/>
          </ac:spMkLst>
        </pc:spChg>
      </pc:sldChg>
      <pc:sldChg chg="modSp">
        <pc:chgData name="P Shagarika - [CB.EN.U4CCE26135]" userId="S::cb.en.u4cce26135@cb.students.amrita.edu::5fab58c6-0802-4109-80a9-c583e74a6945" providerId="AD" clId="Web-{90A443DE-78C9-C015-81F6-66D22DABEC6D}" dt="2026-08-27T19:15:40.529" v="232" actId="20577"/>
        <pc:sldMkLst>
          <pc:docMk/>
          <pc:sldMk cId="3916788613" sldId="296"/>
        </pc:sldMkLst>
        <pc:spChg chg="mod">
          <ac:chgData name="P Shagarika - [CB.EN.U4CCE26135]" userId="S::cb.en.u4cce26135@cb.students.amrita.edu::5fab58c6-0802-4109-80a9-c583e74a6945" providerId="AD" clId="Web-{90A443DE-78C9-C015-81F6-66D22DABEC6D}" dt="2026-08-27T19:15:03.823" v="225" actId="20577"/>
          <ac:spMkLst>
            <pc:docMk/>
            <pc:sldMk cId="3916788613" sldId="296"/>
            <ac:spMk id="7" creationId="{00000000-0000-0000-0000-000000000000}"/>
          </ac:spMkLst>
        </pc:spChg>
        <pc:spChg chg="mod">
          <ac:chgData name="P Shagarika - [CB.EN.U4CCE26135]" userId="S::cb.en.u4cce26135@cb.students.amrita.edu::5fab58c6-0802-4109-80a9-c583e74a6945" providerId="AD" clId="Web-{90A443DE-78C9-C015-81F6-66D22DABEC6D}" dt="2026-08-27T19:15:40.529" v="232" actId="20577"/>
          <ac:spMkLst>
            <pc:docMk/>
            <pc:sldMk cId="3916788613" sldId="296"/>
            <ac:spMk id="9" creationId="{5DBCE864-823D-4A13-9607-5DA1F0ED5FB8}"/>
          </ac:spMkLst>
        </pc:spChg>
      </pc:sldChg>
      <pc:sldChg chg="addSp delSp modSp mod setBg">
        <pc:chgData name="P Shagarika - [CB.EN.U4CCE26135]" userId="S::cb.en.u4cce26135@cb.students.amrita.edu::5fab58c6-0802-4109-80a9-c583e74a6945" providerId="AD" clId="Web-{90A443DE-78C9-C015-81F6-66D22DABEC6D}" dt="2026-08-27T19:15:16.715" v="227" actId="20577"/>
        <pc:sldMkLst>
          <pc:docMk/>
          <pc:sldMk cId="1588084416" sldId="297"/>
        </pc:sldMkLst>
        <pc:spChg chg="add mod">
          <ac:chgData name="P Shagarika - [CB.EN.U4CCE26135]" userId="S::cb.en.u4cce26135@cb.students.amrita.edu::5fab58c6-0802-4109-80a9-c583e74a6945" providerId="AD" clId="Web-{90A443DE-78C9-C015-81F6-66D22DABEC6D}" dt="2026-08-27T19:14:11.930" v="222" actId="14100"/>
          <ac:spMkLst>
            <pc:docMk/>
            <pc:sldMk cId="1588084416" sldId="297"/>
            <ac:spMk id="5" creationId="{743D084C-0A36-5826-D209-20E21E49FAD1}"/>
          </ac:spMkLst>
        </pc:spChg>
        <pc:spChg chg="mod ord">
          <ac:chgData name="P Shagarika - [CB.EN.U4CCE26135]" userId="S::cb.en.u4cce26135@cb.students.amrita.edu::5fab58c6-0802-4109-80a9-c583e74a6945" providerId="AD" clId="Web-{90A443DE-78C9-C015-81F6-66D22DABEC6D}" dt="2026-08-27T19:11:55.240" v="197"/>
          <ac:spMkLst>
            <pc:docMk/>
            <pc:sldMk cId="1588084416" sldId="297"/>
            <ac:spMk id="6" creationId="{00000000-0000-0000-0000-000000000000}"/>
          </ac:spMkLst>
        </pc:spChg>
        <pc:spChg chg="mod ord">
          <ac:chgData name="P Shagarika - [CB.EN.U4CCE26135]" userId="S::cb.en.u4cce26135@cb.students.amrita.edu::5fab58c6-0802-4109-80a9-c583e74a6945" providerId="AD" clId="Web-{90A443DE-78C9-C015-81F6-66D22DABEC6D}" dt="2026-08-27T19:11:55.240" v="197"/>
          <ac:spMkLst>
            <pc:docMk/>
            <pc:sldMk cId="1588084416" sldId="297"/>
            <ac:spMk id="7" creationId="{00000000-0000-0000-0000-000000000000}"/>
          </ac:spMkLst>
        </pc:spChg>
        <pc:spChg chg="add mod">
          <ac:chgData name="P Shagarika - [CB.EN.U4CCE26135]" userId="S::cb.en.u4cce26135@cb.students.amrita.edu::5fab58c6-0802-4109-80a9-c583e74a6945" providerId="AD" clId="Web-{90A443DE-78C9-C015-81F6-66D22DABEC6D}" dt="2026-08-27T19:15:16.715" v="227" actId="20577"/>
          <ac:spMkLst>
            <pc:docMk/>
            <pc:sldMk cId="1588084416" sldId="297"/>
            <ac:spMk id="11" creationId="{A586F235-C04A-B161-50DE-BD4817F14B5C}"/>
          </ac:spMkLst>
        </pc:spChg>
        <pc:picChg chg="add mod">
          <ac:chgData name="P Shagarika - [CB.EN.U4CCE26135]" userId="S::cb.en.u4cce26135@cb.students.amrita.edu::5fab58c6-0802-4109-80a9-c583e74a6945" providerId="AD" clId="Web-{90A443DE-78C9-C015-81F6-66D22DABEC6D}" dt="2026-08-27T19:11:55.240" v="197"/>
          <ac:picMkLst>
            <pc:docMk/>
            <pc:sldMk cId="1588084416" sldId="297"/>
            <ac:picMk id="2" creationId="{ACA1C123-6671-81E1-6C9B-44CF211495DE}"/>
          </ac:picMkLst>
        </pc:picChg>
        <pc:picChg chg="add mod">
          <ac:chgData name="P Shagarika - [CB.EN.U4CCE26135]" userId="S::cb.en.u4cce26135@cb.students.amrita.edu::5fab58c6-0802-4109-80a9-c583e74a6945" providerId="AD" clId="Web-{90A443DE-78C9-C015-81F6-66D22DABEC6D}" dt="2026-08-27T19:14:40.915" v="223"/>
          <ac:picMkLst>
            <pc:docMk/>
            <pc:sldMk cId="1588084416" sldId="297"/>
            <ac:picMk id="8" creationId="{2C534D34-E847-C0D3-0023-3486E2F29559}"/>
          </ac:picMkLst>
        </pc:picChg>
      </pc:sldChg>
    </pc:docChg>
  </pc:docChgLst>
  <pc:docChgLst>
    <pc:chgData name="Guest User" userId="S::urn:spo:tenantanon#00f9cda3-075e-44e5-aa0b-aba3add6539f::" providerId="AD" clId="Web-{00000000-0000-0000-0000-000000000000}"/>
    <pc:docChg chg="sldOrd">
      <pc:chgData name="Guest User" userId="S::urn:spo:tenantanon#00f9cda3-075e-44e5-aa0b-aba3add6539f::" providerId="AD" clId="Web-{00000000-0000-0000-0000-000000000000}" dt="2026-09-03T16:56:13.137" v="0"/>
      <pc:docMkLst>
        <pc:docMk/>
      </pc:docMkLst>
      <pc:sldChg chg="ord">
        <pc:chgData name="Guest User" userId="S::urn:spo:tenantanon#00f9cda3-075e-44e5-aa0b-aba3add6539f::" providerId="AD" clId="Web-{00000000-0000-0000-0000-000000000000}" dt="2026-09-03T16:56:13.137" v="0"/>
        <pc:sldMkLst>
          <pc:docMk/>
          <pc:sldMk cId="2997144140" sldId="294"/>
        </pc:sldMkLst>
      </pc:sldChg>
    </pc:docChg>
  </pc:docChgLst>
  <pc:docChgLst>
    <pc:chgData name="Guest User" userId="S::urn:spo:tenantanon#00f9cda3-075e-44e5-aa0b-aba3add6539f::" providerId="AD" clId="Web-{17C22012-5A1F-ADAE-EAD6-5DD4A551701B}"/>
    <pc:docChg chg="modSld">
      <pc:chgData name="Guest User" userId="S::urn:spo:tenantanon#00f9cda3-075e-44e5-aa0b-aba3add6539f::" providerId="AD" clId="Web-{17C22012-5A1F-ADAE-EAD6-5DD4A551701B}" dt="2026-08-31T16:26:38.457" v="0" actId="1076"/>
      <pc:docMkLst>
        <pc:docMk/>
      </pc:docMkLst>
      <pc:sldChg chg="modSp">
        <pc:chgData name="Guest User" userId="S::urn:spo:tenantanon#00f9cda3-075e-44e5-aa0b-aba3add6539f::" providerId="AD" clId="Web-{17C22012-5A1F-ADAE-EAD6-5DD4A551701B}" dt="2026-08-31T16:26:38.457" v="0" actId="1076"/>
        <pc:sldMkLst>
          <pc:docMk/>
          <pc:sldMk cId="1588084416" sldId="297"/>
        </pc:sldMkLst>
        <pc:spChg chg="mod">
          <ac:chgData name="Guest User" userId="S::urn:spo:tenantanon#00f9cda3-075e-44e5-aa0b-aba3add6539f::" providerId="AD" clId="Web-{17C22012-5A1F-ADAE-EAD6-5DD4A551701B}" dt="2026-08-31T16:26:38.457" v="0" actId="1076"/>
          <ac:spMkLst>
            <pc:docMk/>
            <pc:sldMk cId="1588084416" sldId="297"/>
            <ac:spMk id="5" creationId="{743D084C-0A36-5826-D209-20E21E49FAD1}"/>
          </ac:spMkLst>
        </pc:spChg>
      </pc:sldChg>
    </pc:docChg>
  </pc:docChgLst>
  <pc:docChgLst>
    <pc:chgData name="Guest User" userId="S::urn:spo:tenantanon#00f9cda3-075e-44e5-aa0b-aba3add6539f::" providerId="AD" clId="Web-{08C0C899-C06E-AA34-A06D-B5F8B4EC77EB}"/>
    <pc:docChg chg="modSld">
      <pc:chgData name="Guest User" userId="S::urn:spo:tenantanon#00f9cda3-075e-44e5-aa0b-aba3add6539f::" providerId="AD" clId="Web-{08C0C899-C06E-AA34-A06D-B5F8B4EC77EB}" dt="2026-08-30T10:17:08.279" v="7" actId="20577"/>
      <pc:docMkLst>
        <pc:docMk/>
      </pc:docMkLst>
      <pc:sldChg chg="addSp modSp">
        <pc:chgData name="Guest User" userId="S::urn:spo:tenantanon#00f9cda3-075e-44e5-aa0b-aba3add6539f::" providerId="AD" clId="Web-{08C0C899-C06E-AA34-A06D-B5F8B4EC77EB}" dt="2026-08-30T10:17:08.279" v="7" actId="20577"/>
        <pc:sldMkLst>
          <pc:docMk/>
          <pc:sldMk cId="3916788613" sldId="296"/>
        </pc:sldMkLst>
        <pc:spChg chg="add mod">
          <ac:chgData name="Guest User" userId="S::urn:spo:tenantanon#00f9cda3-075e-44e5-aa0b-aba3add6539f::" providerId="AD" clId="Web-{08C0C899-C06E-AA34-A06D-B5F8B4EC77EB}" dt="2026-08-30T10:17:08.279" v="7" actId="20577"/>
          <ac:spMkLst>
            <pc:docMk/>
            <pc:sldMk cId="3916788613" sldId="296"/>
            <ac:spMk id="2" creationId="{F4335582-E660-D780-3D2E-A849BB96BE10}"/>
          </ac:spMkLst>
        </pc:spChg>
      </pc:sldChg>
    </pc:docChg>
  </pc:docChgLst>
  <pc:docChgLst>
    <pc:chgData name="Guest User" userId="S::urn:spo:tenantanon#00f9cda3-075e-44e5-aa0b-aba3add6539f::" providerId="AD" clId="Web-{2BED545C-7220-9476-3225-7922D13B317C}"/>
    <pc:docChg chg="modSld">
      <pc:chgData name="Guest User" userId="S::urn:spo:tenantanon#00f9cda3-075e-44e5-aa0b-aba3add6539f::" providerId="AD" clId="Web-{2BED545C-7220-9476-3225-7922D13B317C}" dt="2026-08-28T01:56:33.711" v="4" actId="20577"/>
      <pc:docMkLst>
        <pc:docMk/>
      </pc:docMkLst>
      <pc:sldChg chg="modSp">
        <pc:chgData name="Guest User" userId="S::urn:spo:tenantanon#00f9cda3-075e-44e5-aa0b-aba3add6539f::" providerId="AD" clId="Web-{2BED545C-7220-9476-3225-7922D13B317C}" dt="2026-08-28T01:56:33.711" v="4" actId="20577"/>
        <pc:sldMkLst>
          <pc:docMk/>
          <pc:sldMk cId="0" sldId="281"/>
        </pc:sldMkLst>
        <pc:spChg chg="mod">
          <ac:chgData name="Guest User" userId="S::urn:spo:tenantanon#00f9cda3-075e-44e5-aa0b-aba3add6539f::" providerId="AD" clId="Web-{2BED545C-7220-9476-3225-7922D13B317C}" dt="2026-08-28T01:56:33.711" v="4" actId="20577"/>
          <ac:spMkLst>
            <pc:docMk/>
            <pc:sldMk cId="0" sldId="281"/>
            <ac:spMk id="15361" creationId="{00000000-0000-0000-0000-000000000000}"/>
          </ac:spMkLst>
        </pc:spChg>
        <pc:spChg chg="mod">
          <ac:chgData name="Guest User" userId="S::urn:spo:tenantanon#00f9cda3-075e-44e5-aa0b-aba3add6539f::" providerId="AD" clId="Web-{2BED545C-7220-9476-3225-7922D13B317C}" dt="2026-08-28T01:56:18.648" v="3" actId="20577"/>
          <ac:spMkLst>
            <pc:docMk/>
            <pc:sldMk cId="0" sldId="281"/>
            <ac:spMk id="15362" creationId="{00000000-0000-0000-0000-000000000000}"/>
          </ac:spMkLst>
        </pc:spChg>
      </pc:sldChg>
    </pc:docChg>
  </pc:docChgLst>
  <pc:docChgLst>
    <pc:chgData name="Guest User" userId="S::urn:spo:tenantanon#00f9cda3-075e-44e5-aa0b-aba3add6539f::" providerId="AD" clId="Web-{28AB1E66-666A-C2BC-90B8-D9D9CFCA8C0F}"/>
    <pc:docChg chg="modSld">
      <pc:chgData name="Guest User" userId="S::urn:spo:tenantanon#00f9cda3-075e-44e5-aa0b-aba3add6539f::" providerId="AD" clId="Web-{28AB1E66-666A-C2BC-90B8-D9D9CFCA8C0F}" dt="2026-08-30T09:59:45.767" v="18"/>
      <pc:docMkLst>
        <pc:docMk/>
      </pc:docMkLst>
      <pc:sldChg chg="modSp">
        <pc:chgData name="Guest User" userId="S::urn:spo:tenantanon#00f9cda3-075e-44e5-aa0b-aba3add6539f::" providerId="AD" clId="Web-{28AB1E66-666A-C2BC-90B8-D9D9CFCA8C0F}" dt="2026-08-30T09:58:39.545" v="16" actId="20577"/>
        <pc:sldMkLst>
          <pc:docMk/>
          <pc:sldMk cId="0" sldId="291"/>
        </pc:sldMkLst>
        <pc:spChg chg="mod">
          <ac:chgData name="Guest User" userId="S::urn:spo:tenantanon#00f9cda3-075e-44e5-aa0b-aba3add6539f::" providerId="AD" clId="Web-{28AB1E66-666A-C2BC-90B8-D9D9CFCA8C0F}" dt="2026-08-30T09:58:39.545" v="16" actId="20577"/>
          <ac:spMkLst>
            <pc:docMk/>
            <pc:sldMk cId="0" sldId="291"/>
            <ac:spMk id="10" creationId="{00000000-0000-0000-0000-000000000000}"/>
          </ac:spMkLst>
        </pc:spChg>
      </pc:sldChg>
      <pc:sldChg chg="addSp delSp modSp">
        <pc:chgData name="Guest User" userId="S::urn:spo:tenantanon#00f9cda3-075e-44e5-aa0b-aba3add6539f::" providerId="AD" clId="Web-{28AB1E66-666A-C2BC-90B8-D9D9CFCA8C0F}" dt="2026-08-30T09:55:45.823" v="6" actId="14100"/>
        <pc:sldMkLst>
          <pc:docMk/>
          <pc:sldMk cId="2997144140" sldId="294"/>
        </pc:sldMkLst>
        <pc:picChg chg="add mod">
          <ac:chgData name="Guest User" userId="S::urn:spo:tenantanon#00f9cda3-075e-44e5-aa0b-aba3add6539f::" providerId="AD" clId="Web-{28AB1E66-666A-C2BC-90B8-D9D9CFCA8C0F}" dt="2026-08-30T09:55:45.823" v="6" actId="14100"/>
          <ac:picMkLst>
            <pc:docMk/>
            <pc:sldMk cId="2997144140" sldId="294"/>
            <ac:picMk id="5" creationId="{97891F4C-C604-10E2-A50C-3C026C5C1C1C}"/>
          </ac:picMkLst>
        </pc:picChg>
      </pc:sldChg>
      <pc:sldChg chg="addSp delSp modSp">
        <pc:chgData name="Guest User" userId="S::urn:spo:tenantanon#00f9cda3-075e-44e5-aa0b-aba3add6539f::" providerId="AD" clId="Web-{28AB1E66-666A-C2BC-90B8-D9D9CFCA8C0F}" dt="2026-08-30T09:59:45.767" v="18"/>
        <pc:sldMkLst>
          <pc:docMk/>
          <pc:sldMk cId="3916788613" sldId="296"/>
        </pc:sldMkLst>
        <pc:picChg chg="add mod">
          <ac:chgData name="Guest User" userId="S::urn:spo:tenantanon#00f9cda3-075e-44e5-aa0b-aba3add6539f::" providerId="AD" clId="Web-{28AB1E66-666A-C2BC-90B8-D9D9CFCA8C0F}" dt="2026-08-30T09:55:23.916" v="4" actId="14100"/>
          <ac:picMkLst>
            <pc:docMk/>
            <pc:sldMk cId="3916788613" sldId="296"/>
            <ac:picMk id="3" creationId="{D6A3F761-6D5F-C99F-0082-09EA3EB7B7B1}"/>
          </ac:picMkLst>
        </pc:picChg>
      </pc:sldChg>
    </pc:docChg>
  </pc:docChgLst>
  <pc:docChgLst>
    <pc:chgData name="P Shagarika - [CB.EN.U4CCE26135]" userId="S::cb.en.u4cce26135@cb.students.amrita.edu::5fab58c6-0802-4109-80a9-c583e74a6945" providerId="AD" clId="Web-{00000000-0000-0000-0000-000000000000}"/>
    <pc:docChg chg="modSld">
      <pc:chgData name="P Shagarika - [CB.EN.U4CCE26135]" userId="S::cb.en.u4cce26135@cb.students.amrita.edu::5fab58c6-0802-4109-80a9-c583e74a6945" providerId="AD" clId="Web-{00000000-0000-0000-0000-000000000000}" dt="2026-08-27T18:34:36.912" v="334"/>
      <pc:docMkLst>
        <pc:docMk/>
      </pc:docMkLst>
      <pc:sldChg chg="modSp">
        <pc:chgData name="P Shagarika - [CB.EN.U4CCE26135]" userId="S::cb.en.u4cce26135@cb.students.amrita.edu::5fab58c6-0802-4109-80a9-c583e74a6945" providerId="AD" clId="Web-{00000000-0000-0000-0000-000000000000}" dt="2026-08-27T18:21:38.811" v="180" actId="20577"/>
        <pc:sldMkLst>
          <pc:docMk/>
          <pc:sldMk cId="0" sldId="281"/>
        </pc:sldMkLst>
        <pc:spChg chg="mod">
          <ac:chgData name="P Shagarika - [CB.EN.U4CCE26135]" userId="S::cb.en.u4cce26135@cb.students.amrita.edu::5fab58c6-0802-4109-80a9-c583e74a6945" providerId="AD" clId="Web-{00000000-0000-0000-0000-000000000000}" dt="2026-08-27T18:20:21.217" v="159" actId="20577"/>
          <ac:spMkLst>
            <pc:docMk/>
            <pc:sldMk cId="0" sldId="281"/>
            <ac:spMk id="10" creationId="{5DBCE864-823D-4A13-9607-5DA1F0ED5FB8}"/>
          </ac:spMkLst>
        </pc:spChg>
        <pc:spChg chg="mod">
          <ac:chgData name="P Shagarika - [CB.EN.U4CCE26135]" userId="S::cb.en.u4cce26135@cb.students.amrita.edu::5fab58c6-0802-4109-80a9-c583e74a6945" providerId="AD" clId="Web-{00000000-0000-0000-0000-000000000000}" dt="2026-08-27T18:21:38.811" v="180" actId="20577"/>
          <ac:spMkLst>
            <pc:docMk/>
            <pc:sldMk cId="0" sldId="281"/>
            <ac:spMk id="15362" creationId="{00000000-0000-0000-0000-000000000000}"/>
          </ac:spMkLst>
        </pc:spChg>
      </pc:sldChg>
      <pc:sldChg chg="addSp delSp modSp">
        <pc:chgData name="P Shagarika - [CB.EN.U4CCE26135]" userId="S::cb.en.u4cce26135@cb.students.amrita.edu::5fab58c6-0802-4109-80a9-c583e74a6945" providerId="AD" clId="Web-{00000000-0000-0000-0000-000000000000}" dt="2026-08-27T18:27:56.987" v="246" actId="20577"/>
        <pc:sldMkLst>
          <pc:docMk/>
          <pc:sldMk cId="0" sldId="290"/>
        </pc:sldMkLst>
        <pc:spChg chg="add del mod">
          <ac:chgData name="P Shagarika - [CB.EN.U4CCE26135]" userId="S::cb.en.u4cce26135@cb.students.amrita.edu::5fab58c6-0802-4109-80a9-c583e74a6945" providerId="AD" clId="Web-{00000000-0000-0000-0000-000000000000}" dt="2026-08-27T18:27:56.987" v="246" actId="20577"/>
          <ac:spMkLst>
            <pc:docMk/>
            <pc:sldMk cId="0" sldId="290"/>
            <ac:spMk id="2" creationId="{D29D837A-31D3-DFD3-7F7E-FADDC987A1BF}"/>
          </ac:spMkLst>
        </pc:spChg>
        <pc:spChg chg="mod">
          <ac:chgData name="P Shagarika - [CB.EN.U4CCE26135]" userId="S::cb.en.u4cce26135@cb.students.amrita.edu::5fab58c6-0802-4109-80a9-c583e74a6945" providerId="AD" clId="Web-{00000000-0000-0000-0000-000000000000}" dt="2026-08-27T18:23:43.531" v="201" actId="20577"/>
          <ac:spMkLst>
            <pc:docMk/>
            <pc:sldMk cId="0" sldId="290"/>
            <ac:spMk id="11" creationId="{5DBCE864-823D-4A13-9607-5DA1F0ED5FB8}"/>
          </ac:spMkLst>
        </pc:spChg>
      </pc:sldChg>
      <pc:sldChg chg="modSp">
        <pc:chgData name="P Shagarika - [CB.EN.U4CCE26135]" userId="S::cb.en.u4cce26135@cb.students.amrita.edu::5fab58c6-0802-4109-80a9-c583e74a6945" providerId="AD" clId="Web-{00000000-0000-0000-0000-000000000000}" dt="2026-08-27T18:21:13.905" v="168" actId="1076"/>
        <pc:sldMkLst>
          <pc:docMk/>
          <pc:sldMk cId="0" sldId="291"/>
        </pc:sldMkLst>
        <pc:spChg chg="mod">
          <ac:chgData name="P Shagarika - [CB.EN.U4CCE26135]" userId="S::cb.en.u4cce26135@cb.students.amrita.edu::5fab58c6-0802-4109-80a9-c583e74a6945" providerId="AD" clId="Web-{00000000-0000-0000-0000-000000000000}" dt="2026-08-27T18:21:08.576" v="167" actId="14100"/>
          <ac:spMkLst>
            <pc:docMk/>
            <pc:sldMk cId="0" sldId="291"/>
            <ac:spMk id="4" creationId="{00000000-0000-0000-0000-000000000000}"/>
          </ac:spMkLst>
        </pc:spChg>
        <pc:spChg chg="mod">
          <ac:chgData name="P Shagarika - [CB.EN.U4CCE26135]" userId="S::cb.en.u4cce26135@cb.students.amrita.edu::5fab58c6-0802-4109-80a9-c583e74a6945" providerId="AD" clId="Web-{00000000-0000-0000-0000-000000000000}" dt="2026-08-27T18:21:03.155" v="166" actId="1076"/>
          <ac:spMkLst>
            <pc:docMk/>
            <pc:sldMk cId="0" sldId="291"/>
            <ac:spMk id="8" creationId="{00000000-0000-0000-0000-000000000000}"/>
          </ac:spMkLst>
        </pc:spChg>
        <pc:spChg chg="mod">
          <ac:chgData name="P Shagarika - [CB.EN.U4CCE26135]" userId="S::cb.en.u4cce26135@cb.students.amrita.edu::5fab58c6-0802-4109-80a9-c583e74a6945" providerId="AD" clId="Web-{00000000-0000-0000-0000-000000000000}" dt="2026-08-27T18:20:53.701" v="165" actId="14100"/>
          <ac:spMkLst>
            <pc:docMk/>
            <pc:sldMk cId="0" sldId="291"/>
            <ac:spMk id="10" creationId="{00000000-0000-0000-0000-000000000000}"/>
          </ac:spMkLst>
        </pc:spChg>
        <pc:picChg chg="mod">
          <ac:chgData name="P Shagarika - [CB.EN.U4CCE26135]" userId="S::cb.en.u4cce26135@cb.students.amrita.edu::5fab58c6-0802-4109-80a9-c583e74a6945" providerId="AD" clId="Web-{00000000-0000-0000-0000-000000000000}" dt="2026-08-27T18:21:13.905" v="168" actId="1076"/>
          <ac:picMkLst>
            <pc:docMk/>
            <pc:sldMk cId="0" sldId="291"/>
            <ac:picMk id="5" creationId="{9120848B-B2B4-45BE-A961-AEC0B06CF41B}"/>
          </ac:picMkLst>
        </pc:picChg>
      </pc:sldChg>
      <pc:sldChg chg="addSp delSp modSp">
        <pc:chgData name="P Shagarika - [CB.EN.U4CCE26135]" userId="S::cb.en.u4cce26135@cb.students.amrita.edu::5fab58c6-0802-4109-80a9-c583e74a6945" providerId="AD" clId="Web-{00000000-0000-0000-0000-000000000000}" dt="2026-08-27T18:30:07.613" v="269" actId="20577"/>
        <pc:sldMkLst>
          <pc:docMk/>
          <pc:sldMk cId="3753387913" sldId="293"/>
        </pc:sldMkLst>
        <pc:spChg chg="add mod">
          <ac:chgData name="P Shagarika - [CB.EN.U4CCE26135]" userId="S::cb.en.u4cce26135@cb.students.amrita.edu::5fab58c6-0802-4109-80a9-c583e74a6945" providerId="AD" clId="Web-{00000000-0000-0000-0000-000000000000}" dt="2026-08-27T18:30:07.613" v="269" actId="20577"/>
          <ac:spMkLst>
            <pc:docMk/>
            <pc:sldMk cId="3753387913" sldId="293"/>
            <ac:spMk id="4" creationId="{F8AB1643-F1BA-40B8-A354-AE4D35708D9E}"/>
          </ac:spMkLst>
        </pc:spChg>
        <pc:spChg chg="mod">
          <ac:chgData name="P Shagarika - [CB.EN.U4CCE26135]" userId="S::cb.en.u4cce26135@cb.students.amrita.edu::5fab58c6-0802-4109-80a9-c583e74a6945" providerId="AD" clId="Web-{00000000-0000-0000-0000-000000000000}" dt="2026-08-27T18:25:51.282" v="227" actId="20577"/>
          <ac:spMkLst>
            <pc:docMk/>
            <pc:sldMk cId="3753387913" sldId="293"/>
            <ac:spMk id="12" creationId="{5DBCE864-823D-4A13-9607-5DA1F0ED5FB8}"/>
          </ac:spMkLst>
        </pc:spChg>
      </pc:sldChg>
      <pc:sldChg chg="addSp delSp modSp">
        <pc:chgData name="P Shagarika - [CB.EN.U4CCE26135]" userId="S::cb.en.u4cce26135@cb.students.amrita.edu::5fab58c6-0802-4109-80a9-c583e74a6945" providerId="AD" clId="Web-{00000000-0000-0000-0000-000000000000}" dt="2026-08-27T18:32:45.833" v="302" actId="20577"/>
        <pc:sldMkLst>
          <pc:docMk/>
          <pc:sldMk cId="2997144140" sldId="294"/>
        </pc:sldMkLst>
        <pc:spChg chg="add mod">
          <ac:chgData name="P Shagarika - [CB.EN.U4CCE26135]" userId="S::cb.en.u4cce26135@cb.students.amrita.edu::5fab58c6-0802-4109-80a9-c583e74a6945" providerId="AD" clId="Web-{00000000-0000-0000-0000-000000000000}" dt="2026-08-27T18:32:45.833" v="302" actId="20577"/>
          <ac:spMkLst>
            <pc:docMk/>
            <pc:sldMk cId="2997144140" sldId="294"/>
            <ac:spMk id="2" creationId="{89AAE752-5A79-D22F-D358-893B0A826076}"/>
          </ac:spMkLst>
        </pc:spChg>
        <pc:spChg chg="mod">
          <ac:chgData name="P Shagarika - [CB.EN.U4CCE26135]" userId="S::cb.en.u4cce26135@cb.students.amrita.edu::5fab58c6-0802-4109-80a9-c583e74a6945" providerId="AD" clId="Web-{00000000-0000-0000-0000-000000000000}" dt="2026-08-27T18:30:39.597" v="275" actId="20577"/>
          <ac:spMkLst>
            <pc:docMk/>
            <pc:sldMk cId="2997144140" sldId="294"/>
            <ac:spMk id="12" creationId="{5DBCE864-823D-4A13-9607-5DA1F0ED5FB8}"/>
          </ac:spMkLst>
        </pc:spChg>
      </pc:sldChg>
      <pc:sldChg chg="addSp delSp modSp">
        <pc:chgData name="P Shagarika - [CB.EN.U4CCE26135]" userId="S::cb.en.u4cce26135@cb.students.amrita.edu::5fab58c6-0802-4109-80a9-c583e74a6945" providerId="AD" clId="Web-{00000000-0000-0000-0000-000000000000}" dt="2026-08-27T18:34:36.912" v="334"/>
        <pc:sldMkLst>
          <pc:docMk/>
          <pc:sldMk cId="1588084416" sldId="297"/>
        </pc:sldMkLst>
        <pc:spChg chg="mod">
          <ac:chgData name="P Shagarika - [CB.EN.U4CCE26135]" userId="S::cb.en.u4cce26135@cb.students.amrita.edu::5fab58c6-0802-4109-80a9-c583e74a6945" providerId="AD" clId="Web-{00000000-0000-0000-0000-000000000000}" dt="2026-08-27T18:33:52.349" v="330" actId="20577"/>
          <ac:spMkLst>
            <pc:docMk/>
            <pc:sldMk cId="1588084416" sldId="297"/>
            <ac:spMk id="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69268" y="2060938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131030"/>
            <a:ext cx="8620664" cy="2270184"/>
          </a:xfrm>
        </p:spPr>
        <p:txBody>
          <a:bodyPr/>
          <a:lstStyle/>
          <a:p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742417"/>
            <a:ext cx="10363200" cy="2076450"/>
          </a:xfrm>
        </p:spPr>
        <p:txBody>
          <a:bodyPr/>
          <a:lstStyle/>
          <a:p>
            <a:r>
              <a:rPr lang="en-US" sz="4000" b="1">
                <a:solidFill>
                  <a:schemeClr val="tx2"/>
                </a:solidFill>
                <a:latin typeface="Garamond"/>
                <a:ea typeface="ＭＳ Ｐゴシック"/>
              </a:rPr>
              <a:t>SMART INDIA HACKATHON 2026</a:t>
            </a:r>
            <a:endParaRPr lang="en-IN" sz="4000" b="1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45022" y="1156300"/>
            <a:ext cx="5852664" cy="564962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Arial"/>
                <a:ea typeface="ＭＳ Ｐゴシック"/>
                <a:cs typeface="Arial"/>
              </a:rPr>
              <a:t>Problem Statement ID –</a:t>
            </a:r>
            <a:r>
              <a:rPr lang="en-US" sz="2400" b="1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 </a:t>
            </a:r>
            <a:r>
              <a:rPr lang="en-US" sz="2400">
                <a:solidFill>
                  <a:srgbClr val="212529"/>
                </a:solidFill>
                <a:latin typeface="Calibri"/>
                <a:ea typeface="Calibri"/>
                <a:cs typeface="Calibri"/>
              </a:rPr>
              <a:t>SIH26173</a:t>
            </a:r>
            <a:endParaRPr lang="en-US">
              <a:cs typeface="Calibri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Arial"/>
                <a:ea typeface="ＭＳ Ｐゴシック"/>
                <a:cs typeface="Arial"/>
              </a:rPr>
              <a:t>Problem Statement Title- </a:t>
            </a:r>
            <a:r>
              <a:rPr lang="en-US" sz="2000">
                <a:latin typeface="Calibri"/>
                <a:ea typeface="Calibri"/>
                <a:cs typeface="Calibri"/>
              </a:rPr>
              <a:t>ITantra -Indian Multilingual TTS &amp; STT Aided Neural Transceiver Radio Access for low bitrate links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Arial"/>
                <a:ea typeface="ＭＳ Ｐゴシック"/>
                <a:cs typeface="Arial"/>
              </a:rPr>
              <a:t>Theme-</a:t>
            </a:r>
            <a:r>
              <a:rPr lang="en-US" sz="2400">
                <a:solidFill>
                  <a:srgbClr val="212529"/>
                </a:solidFill>
                <a:latin typeface="Calibri"/>
                <a:ea typeface="Calibri"/>
                <a:cs typeface="Calibri"/>
              </a:rPr>
              <a:t>Miscellaneous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Arial"/>
                <a:ea typeface="ＭＳ Ｐゴシック"/>
                <a:cs typeface="Arial"/>
              </a:rPr>
              <a:t>PS Category- </a:t>
            </a:r>
            <a:r>
              <a:rPr lang="en-US" sz="2400">
                <a:latin typeface="Arial"/>
                <a:ea typeface="ＭＳ Ｐゴシック"/>
                <a:cs typeface="Arial"/>
              </a:rPr>
              <a:t>Software</a:t>
            </a:r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Arial"/>
                <a:ea typeface="ＭＳ Ｐゴシック"/>
                <a:cs typeface="Arial"/>
              </a:rPr>
              <a:t>Team ID- </a:t>
            </a:r>
            <a:r>
              <a:rPr lang="en-US" sz="2400">
                <a:latin typeface="Calibri"/>
                <a:ea typeface="Calibri"/>
                <a:cs typeface="Calibri"/>
              </a:rPr>
              <a:t>SIH26-A0H-T088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Arial"/>
                <a:ea typeface="ＭＳ Ｐゴシック"/>
                <a:cs typeface="Arial"/>
              </a:rPr>
              <a:t>Team Name- </a:t>
            </a:r>
            <a:r>
              <a:rPr lang="en-US" sz="2400">
                <a:latin typeface="Arial"/>
                <a:ea typeface="ＭＳ Ｐゴシック"/>
                <a:cs typeface="Arial"/>
              </a:rPr>
              <a:t>INFIX</a:t>
            </a:r>
            <a:endParaRPr lang="en-US" sz="2400">
              <a:latin typeface="Calibri"/>
              <a:ea typeface="Calibri"/>
              <a:cs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C2681C-C7CF-A7BB-625B-01A47C87EC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2046" y="-2723"/>
            <a:ext cx="2352676" cy="117565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lIns="91440" tIns="45720" rIns="91440" bIns="45720" anchor="ctr"/>
          <a:lstStyle/>
          <a:p>
            <a:pPr algn="ctr">
              <a:defRPr/>
            </a:pPr>
            <a:r>
              <a:rPr lang="en-US" sz="1200">
                <a:solidFill>
                  <a:srgbClr val="FFFFFF"/>
                </a:solidFill>
                <a:latin typeface="+mn-lt"/>
                <a:ea typeface="Calibri"/>
                <a:cs typeface="Calibri"/>
              </a:rPr>
              <a:t>@SIH Idea submission</a:t>
            </a: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-462642"/>
            <a:ext cx="10972800" cy="1626052"/>
          </a:xfrm>
        </p:spPr>
        <p:txBody>
          <a:bodyPr/>
          <a:lstStyle/>
          <a:p>
            <a:pPr eaLnBrk="1" hangingPunct="1"/>
            <a:b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>
                <a:ea typeface="ＭＳ Ｐゴシック"/>
                <a:cs typeface="Times New Roman"/>
              </a:rPr>
              <a:t>i</a:t>
            </a:r>
            <a:r>
              <a:rPr lang="en-US" sz="3400">
                <a:ea typeface="ＭＳ Ｐゴシック"/>
                <a:cs typeface="Times New Roman"/>
              </a:rPr>
              <a:t>Tantra — Don’t Send Audio. Send Meaning.</a:t>
            </a:r>
            <a:endParaRPr lang="en-US" sz="3400" b="1">
              <a:latin typeface="Times New Roman"/>
              <a:ea typeface="ＭＳ Ｐゴシック"/>
              <a:cs typeface="Times New Roman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6803" y="1314858"/>
            <a:ext cx="6572251" cy="4708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u="sng">
                <a:solidFill>
                  <a:schemeClr val="tx2"/>
                </a:solidFill>
                <a:latin typeface="Arial"/>
                <a:ea typeface="ＭＳ Ｐゴシック"/>
                <a:cs typeface="Arial"/>
              </a:rPr>
              <a:t>Proposed solution: </a:t>
            </a: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Convert</a:t>
            </a:r>
            <a:r>
              <a:rPr lang="en-US" sz="2000">
                <a:latin typeface="Calibri"/>
                <a:ea typeface="Calibri"/>
                <a:cs typeface="Calibri"/>
              </a:rPr>
              <a:t> speech to text, compress the language representation, transmit it over an ultra-low-bitrate link, and reconstruct natural speech at the receiver.</a:t>
            </a:r>
            <a:r>
              <a:rPr lang="en-US" sz="2000"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 </a:t>
            </a:r>
            <a:endParaRPr lang="en-US" sz="2000" b="1" u="sng">
              <a:solidFill>
                <a:schemeClr val="tx2"/>
              </a:solidFill>
              <a:latin typeface="Arial"/>
              <a:ea typeface="ＭＳ Ｐゴシック"/>
              <a:cs typeface="Arial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How it addresses the problem</a:t>
            </a:r>
            <a:r>
              <a:rPr lang="en-US" sz="2000"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en-US" sz="2000">
                <a:latin typeface="Calibri"/>
                <a:ea typeface="Calibri"/>
                <a:cs typeface="Calibri"/>
              </a:rPr>
              <a:t>HF radio, LoRa and satellite-text links may provide only hundreds of bits/s, making conventional voice transmission impractical.</a:t>
            </a:r>
            <a:endParaRPr lang="en-US" sz="2000" b="1" u="sng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Innovation &amp; uniqueness: </a:t>
            </a: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Treats the problem as language communication rather than audio compression.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India-focused design:</a:t>
            </a: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Supports multilingual and code-mixed speech, allowing natural communication in Indian languages.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Applications: </a:t>
            </a: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Disaster response • </a:t>
            </a:r>
            <a:r>
              <a:rPr lang="en-US" sz="20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Defence</a:t>
            </a: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/tactical communication • Maritime safety • Rural/remote connectivity.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>
                <a:ea typeface="Calibri"/>
                <a:cs typeface="Calibri"/>
              </a:rPr>
              <a:t>INFIX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59A683-5330-F921-26D2-263CE4F4FD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2046" y="-2723"/>
            <a:ext cx="2352676" cy="117565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6A52DAD-FF55-3B2C-7B73-B1634D875D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250" y="1311018"/>
            <a:ext cx="5129893" cy="348076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</a:t>
            </a: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>
                <a:ea typeface="Calibri"/>
                <a:cs typeface="Calibri"/>
              </a:rPr>
              <a:t>INFIX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9D837A-31D3-DFD3-7F7E-FADDC987A1BF}"/>
              </a:ext>
            </a:extLst>
          </p:cNvPr>
          <p:cNvSpPr txBox="1"/>
          <p:nvPr/>
        </p:nvSpPr>
        <p:spPr>
          <a:xfrm>
            <a:off x="193822" y="1457545"/>
            <a:ext cx="7466682" cy="50783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Calibri"/>
                <a:ea typeface="Calibri"/>
                <a:cs typeface="Calibri"/>
              </a:rPr>
              <a:t>1. Voice Capture → Microphone captures speech.</a:t>
            </a:r>
            <a:endParaRPr lang="en-US">
              <a:latin typeface="ＭＳ Ｐゴシック" pitchFamily="1" charset="-128"/>
              <a:cs typeface="Calibri"/>
            </a:endParaRPr>
          </a:p>
          <a:p>
            <a:r>
              <a:rPr lang="en-US">
                <a:latin typeface="Calibri"/>
                <a:ea typeface="Calibri"/>
                <a:cs typeface="Calibri"/>
              </a:rPr>
              <a:t>2. Speech-to-Text → our multilingual STT engine converts that speech into text. For this, we use </a:t>
            </a:r>
            <a:r>
              <a:rPr lang="en-US" b="1">
                <a:latin typeface="Calibri"/>
                <a:ea typeface="Calibri"/>
                <a:cs typeface="Calibri"/>
              </a:rPr>
              <a:t>OpenAI Whisper</a:t>
            </a:r>
            <a:r>
              <a:rPr lang="en-US">
                <a:latin typeface="Calibri"/>
                <a:ea typeface="Calibri"/>
                <a:cs typeface="Calibri"/>
              </a:rPr>
              <a:t>, a robust multilingual speech recognition model, further adapted with </a:t>
            </a:r>
            <a:r>
              <a:rPr lang="en-US" b="1">
                <a:latin typeface="Calibri"/>
                <a:ea typeface="Calibri"/>
                <a:cs typeface="Calibri"/>
              </a:rPr>
              <a:t>AI4Bharat's</a:t>
            </a:r>
            <a:r>
              <a:rPr lang="en-US">
                <a:latin typeface="Calibri"/>
                <a:ea typeface="Calibri"/>
                <a:cs typeface="Calibri"/>
              </a:rPr>
              <a:t> open Indian-language speech models to handle regional languages and code-mixed speech accurately.</a:t>
            </a:r>
            <a:endParaRPr lang="en-US">
              <a:latin typeface="ＭＳ Ｐゴシック" pitchFamily="1" charset="-128"/>
              <a:cs typeface="Calibri"/>
            </a:endParaRPr>
          </a:p>
          <a:p>
            <a:r>
              <a:rPr lang="en-US">
                <a:latin typeface="Calibri"/>
                <a:ea typeface="Calibri"/>
                <a:cs typeface="Calibri"/>
              </a:rPr>
              <a:t>3. Compression → Text can be compressed further using compact/phonetic representation. </a:t>
            </a:r>
            <a:endParaRPr lang="en-US">
              <a:latin typeface="ＭＳ Ｐゴシック" pitchFamily="1" charset="-128"/>
              <a:cs typeface="Calibri"/>
            </a:endParaRPr>
          </a:p>
          <a:p>
            <a:r>
              <a:rPr lang="en-US">
                <a:latin typeface="Calibri"/>
                <a:ea typeface="Calibri"/>
                <a:cs typeface="Calibri"/>
              </a:rPr>
              <a:t>4. Error Protection →we add redundancy using </a:t>
            </a:r>
            <a:r>
              <a:rPr lang="en-US" b="1">
                <a:latin typeface="Calibri"/>
                <a:ea typeface="Calibri"/>
                <a:cs typeface="Calibri"/>
              </a:rPr>
              <a:t>Reed–Solomon error correction</a:t>
            </a:r>
            <a:r>
              <a:rPr lang="en-US">
                <a:latin typeface="Calibri"/>
                <a:ea typeface="Calibri"/>
                <a:cs typeface="Calibri"/>
              </a:rPr>
              <a:t> </a:t>
            </a:r>
            <a:endParaRPr lang="en-US">
              <a:latin typeface="ＭＳ Ｐゴシック" pitchFamily="1" charset="-128"/>
              <a:cs typeface="Calibri"/>
            </a:endParaRPr>
          </a:p>
          <a:p>
            <a:r>
              <a:rPr lang="en-US">
                <a:latin typeface="Calibri"/>
                <a:ea typeface="Calibri"/>
                <a:cs typeface="Calibri"/>
              </a:rPr>
              <a:t>5. Low-Bitrate Link → Compressed information crosses HF radio, LoRa or constrained satellite-text channels.</a:t>
            </a:r>
            <a:endParaRPr lang="en-US">
              <a:latin typeface="ＭＳ Ｐゴシック" pitchFamily="1" charset="-128"/>
              <a:cs typeface="Calibri"/>
            </a:endParaRPr>
          </a:p>
          <a:p>
            <a:r>
              <a:rPr lang="en-US">
                <a:latin typeface="Calibri"/>
                <a:ea typeface="Calibri"/>
                <a:cs typeface="Calibri"/>
              </a:rPr>
              <a:t> 6. Text-to-Speech → at the other end, the recovered text is converted back into natural-sounding speech using </a:t>
            </a:r>
            <a:r>
              <a:rPr lang="en-US" b="1">
                <a:latin typeface="Calibri"/>
                <a:ea typeface="Calibri"/>
                <a:cs typeface="Calibri"/>
              </a:rPr>
              <a:t>Coqui TTS</a:t>
            </a:r>
            <a:r>
              <a:rPr lang="en-US">
                <a:latin typeface="Calibri"/>
                <a:ea typeface="Calibri"/>
                <a:cs typeface="Calibri"/>
              </a:rPr>
              <a:t>, an open-source multilingual neural text-to-speech engine capable of producing natural, human-like Indian-language voices.</a:t>
            </a:r>
            <a:endParaRPr lang="en-US">
              <a:latin typeface="ＭＳ Ｐゴシック" pitchFamily="1" charset="-128"/>
              <a:cs typeface="Calibri"/>
            </a:endParaRPr>
          </a:p>
          <a:p>
            <a:r>
              <a:rPr lang="en-US">
                <a:latin typeface="Calibri"/>
                <a:ea typeface="Calibri"/>
                <a:cs typeface="Calibri"/>
              </a:rPr>
              <a:t>Communication Mode: Push-to-talk / one-direction-at-a-time, reflecting low-bitrate radio limitations.</a:t>
            </a:r>
            <a:endParaRPr lang="en-US">
              <a:latin typeface="Calibri"/>
              <a:cs typeface="Calibr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7A95003-8F68-D7ED-503D-1D3B40BB7E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2046" y="-2723"/>
            <a:ext cx="2352676" cy="117565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2A98114-5003-BCC9-9E5D-08B68B3DBE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1605" y="1814514"/>
            <a:ext cx="4593772" cy="31405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</a:t>
            </a:r>
            <a:r>
              <a:rPr lang="en-US">
                <a:solidFill>
                  <a:prstClr val="white"/>
                </a:solidFill>
              </a:rPr>
              <a:t>submission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>
                <a:ea typeface="Calibri"/>
                <a:cs typeface="Calibri"/>
              </a:rPr>
              <a:t>INFIX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AB1643-F1BA-40B8-A354-AE4D35708D9E}"/>
              </a:ext>
            </a:extLst>
          </p:cNvPr>
          <p:cNvSpPr txBox="1"/>
          <p:nvPr/>
        </p:nvSpPr>
        <p:spPr>
          <a:xfrm>
            <a:off x="331952" y="1454541"/>
            <a:ext cx="6575415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Calibri"/>
                <a:ea typeface="Calibri"/>
                <a:cs typeface="Calibri"/>
              </a:rPr>
              <a:t>Feasibility: </a:t>
            </a:r>
            <a:r>
              <a:rPr lang="en-US">
                <a:latin typeface="Calibri"/>
                <a:ea typeface="Calibri"/>
                <a:cs typeface="Calibri"/>
              </a:rPr>
              <a:t>Uses established capabilities in STT, neural TTS, language processing, compression and error correction.</a:t>
            </a:r>
            <a:endParaRPr lang="en-US">
              <a:latin typeface="ＭＳ Ｐゴシック" pitchFamily="1" charset="-128"/>
              <a:cs typeface="Calibri" pitchFamily="34" charset="0"/>
            </a:endParaRPr>
          </a:p>
          <a:p>
            <a:r>
              <a:rPr lang="en-US" b="1">
                <a:latin typeface="Calibri"/>
                <a:ea typeface="Calibri"/>
                <a:cs typeface="Calibri"/>
              </a:rPr>
              <a:t> Deployment: </a:t>
            </a:r>
            <a:r>
              <a:rPr lang="en-US">
                <a:latin typeface="Calibri"/>
                <a:ea typeface="Calibri"/>
                <a:cs typeface="Calibri"/>
              </a:rPr>
              <a:t>Can operate as an edge/software layer connected to existing constrained radio systems.</a:t>
            </a:r>
            <a:endParaRPr lang="en-US">
              <a:latin typeface="Calibri"/>
              <a:cs typeface="Calibri" pitchFamily="34" charset="0"/>
            </a:endParaRPr>
          </a:p>
          <a:p>
            <a:r>
              <a:rPr lang="en-US">
                <a:latin typeface="Calibri"/>
                <a:ea typeface="Calibri"/>
                <a:cs typeface="Calibri"/>
              </a:rPr>
              <a:t> </a:t>
            </a:r>
            <a:r>
              <a:rPr lang="en-US" b="1">
                <a:latin typeface="Calibri"/>
                <a:ea typeface="Calibri"/>
                <a:cs typeface="Calibri"/>
              </a:rPr>
              <a:t>Challenge — noisy speech: </a:t>
            </a:r>
            <a:r>
              <a:rPr lang="en-US">
                <a:latin typeface="Calibri"/>
                <a:ea typeface="Calibri"/>
                <a:cs typeface="Calibri"/>
              </a:rPr>
              <a:t>Noise can reduce STT accuracy.</a:t>
            </a:r>
            <a:endParaRPr lang="en-US">
              <a:latin typeface="ＭＳ Ｐゴシック" pitchFamily="1" charset="-128"/>
              <a:cs typeface="Calibri"/>
            </a:endParaRPr>
          </a:p>
          <a:p>
            <a:r>
              <a:rPr lang="en-US">
                <a:latin typeface="Calibri"/>
                <a:ea typeface="Calibri"/>
                <a:cs typeface="Calibri"/>
              </a:rPr>
              <a:t> </a:t>
            </a:r>
            <a:r>
              <a:rPr lang="en-US" b="1">
                <a:latin typeface="Calibri"/>
                <a:ea typeface="Calibri"/>
                <a:cs typeface="Calibri"/>
              </a:rPr>
              <a:t>Mitigation:</a:t>
            </a:r>
            <a:r>
              <a:rPr lang="en-US">
                <a:latin typeface="Calibri"/>
                <a:ea typeface="Calibri"/>
                <a:cs typeface="Calibri"/>
              </a:rPr>
              <a:t> Noise-robust preprocessing, language-aware models, domain vocabulary and confidence scoring. </a:t>
            </a:r>
            <a:endParaRPr lang="en-US">
              <a:latin typeface="ＭＳ Ｐゴシック" pitchFamily="1" charset="-128"/>
              <a:cs typeface="Calibri"/>
            </a:endParaRPr>
          </a:p>
          <a:p>
            <a:r>
              <a:rPr lang="en-US" b="1">
                <a:latin typeface="Calibri"/>
                <a:ea typeface="Calibri"/>
                <a:cs typeface="Calibri"/>
              </a:rPr>
              <a:t>Challenge — channel errors:</a:t>
            </a:r>
            <a:r>
              <a:rPr lang="en-US">
                <a:latin typeface="Calibri"/>
                <a:ea typeface="Calibri"/>
                <a:cs typeface="Calibri"/>
              </a:rPr>
              <a:t> Corrupted text can alter meaning. </a:t>
            </a:r>
            <a:endParaRPr lang="en-US">
              <a:latin typeface="ＭＳ Ｐゴシック" pitchFamily="1" charset="-128"/>
              <a:cs typeface="Calibri"/>
            </a:endParaRPr>
          </a:p>
          <a:p>
            <a:r>
              <a:rPr lang="en-US" b="1">
                <a:latin typeface="Calibri"/>
                <a:ea typeface="Calibri"/>
                <a:cs typeface="Calibri"/>
              </a:rPr>
              <a:t>Mitigation:</a:t>
            </a:r>
            <a:r>
              <a:rPr lang="en-US">
                <a:latin typeface="Calibri"/>
                <a:ea typeface="Calibri"/>
                <a:cs typeface="Calibri"/>
              </a:rPr>
              <a:t> Forward error correction, integrity checks and retransmission when feasible.</a:t>
            </a:r>
            <a:endParaRPr lang="en-US">
              <a:latin typeface="ＭＳ Ｐゴシック" pitchFamily="1" charset="-128"/>
              <a:cs typeface="Calibri"/>
            </a:endParaRPr>
          </a:p>
          <a:p>
            <a:r>
              <a:rPr lang="en-US" b="1">
                <a:latin typeface="Calibri"/>
                <a:ea typeface="Calibri"/>
                <a:cs typeface="Calibri"/>
              </a:rPr>
              <a:t>Challenge — very low bitrate:</a:t>
            </a:r>
            <a:r>
              <a:rPr lang="en-US">
                <a:latin typeface="Calibri"/>
                <a:ea typeface="Calibri"/>
                <a:cs typeface="Calibri"/>
              </a:rPr>
              <a:t> Normal simultaneous phone-call </a:t>
            </a:r>
            <a:r>
              <a:rPr lang="en-US" err="1">
                <a:latin typeface="Calibri"/>
                <a:ea typeface="Calibri"/>
                <a:cs typeface="Calibri"/>
              </a:rPr>
              <a:t>behaviour</a:t>
            </a:r>
            <a:r>
              <a:rPr lang="en-US">
                <a:latin typeface="Calibri"/>
                <a:ea typeface="Calibri"/>
                <a:cs typeface="Calibri"/>
              </a:rPr>
              <a:t> is not possible. </a:t>
            </a:r>
            <a:endParaRPr lang="en-US">
              <a:latin typeface="ＭＳ Ｐゴシック" pitchFamily="1" charset="-128"/>
              <a:cs typeface="Calibri"/>
            </a:endParaRPr>
          </a:p>
          <a:p>
            <a:r>
              <a:rPr lang="en-US" b="1">
                <a:latin typeface="Calibri"/>
                <a:ea typeface="Calibri"/>
                <a:cs typeface="Calibri"/>
              </a:rPr>
              <a:t>Mitigation: </a:t>
            </a:r>
            <a:r>
              <a:rPr lang="en-US">
                <a:latin typeface="Calibri"/>
                <a:ea typeface="Calibri"/>
                <a:cs typeface="Calibri"/>
              </a:rPr>
              <a:t>Short push-to-talk messages and aggressive text/phonetic compression.</a:t>
            </a:r>
            <a:endParaRPr lang="en-US">
              <a:latin typeface="Calibri"/>
              <a:cs typeface="Calibri"/>
            </a:endParaRPr>
          </a:p>
        </p:txBody>
      </p:sp>
      <p:pic>
        <p:nvPicPr>
          <p:cNvPr id="5" name="Picture 4" descr="A logo for a smart hackathon&#10;&#10;AI-generated content may be incorrect.">
            <a:extLst>
              <a:ext uri="{FF2B5EF4-FFF2-40B4-BE49-F238E27FC236}">
                <a16:creationId xmlns:a16="http://schemas.microsoft.com/office/drawing/2014/main" id="{1C8BA9FF-C593-9573-4FE3-8690672F91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2046" y="-2723"/>
            <a:ext cx="2352676" cy="117565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C618782-3CD6-D009-F9E2-552526C100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8820" y="1448480"/>
            <a:ext cx="4864555" cy="3178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</a:t>
            </a:r>
            <a:r>
              <a:rPr lang="en-US">
                <a:solidFill>
                  <a:prstClr val="white"/>
                </a:solidFill>
              </a:rPr>
              <a:t>submission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>
                <a:ea typeface="Calibri"/>
                <a:cs typeface="Calibri"/>
              </a:rPr>
              <a:t>INFIX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A3F761-6D5F-C99F-0082-09EA3EB7B7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0789" y="-2721"/>
            <a:ext cx="2613479" cy="142330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4335582-E660-D780-3D2E-A849BB96BE10}"/>
              </a:ext>
            </a:extLst>
          </p:cNvPr>
          <p:cNvSpPr txBox="1"/>
          <p:nvPr/>
        </p:nvSpPr>
        <p:spPr>
          <a:xfrm>
            <a:off x="862471" y="1534571"/>
            <a:ext cx="10621547" cy="40626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>
                <a:latin typeface="Calibri"/>
                <a:ea typeface="Calibri"/>
                <a:cs typeface="Calibri"/>
              </a:rPr>
              <a:t>OpenAI Whisper – Robust multilingual speech recognition (Radford et al., 2022). github.com/</a:t>
            </a:r>
            <a:r>
              <a:rPr lang="en-US" sz="2400" err="1">
                <a:latin typeface="Calibri"/>
                <a:ea typeface="Calibri"/>
                <a:cs typeface="Calibri"/>
              </a:rPr>
              <a:t>openai</a:t>
            </a:r>
            <a:r>
              <a:rPr lang="en-US" sz="2400">
                <a:latin typeface="Calibri"/>
                <a:ea typeface="Calibri"/>
                <a:cs typeface="Calibri"/>
              </a:rPr>
              <a:t>/whisper</a:t>
            </a:r>
            <a:endParaRPr lang="en-US" sz="2400"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400">
                <a:latin typeface="Calibri"/>
                <a:ea typeface="Calibri"/>
                <a:cs typeface="Calibri"/>
              </a:rPr>
              <a:t>Coqui TTS – Open-source multilingual neural text-to-speech with voice cloning. github.com/coqui-ai/TTS</a:t>
            </a:r>
            <a:endParaRPr lang="en-US" sz="2400"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400">
                <a:latin typeface="Calibri"/>
                <a:ea typeface="Calibri"/>
                <a:cs typeface="Calibri"/>
              </a:rPr>
              <a:t>Reed–Solomon Error Correction – Classical forward error correction used in QR codes, CDs, and satellite links; implemented via the </a:t>
            </a:r>
            <a:r>
              <a:rPr lang="en-US" sz="2400" err="1">
                <a:latin typeface="Calibri"/>
                <a:ea typeface="Calibri"/>
                <a:cs typeface="Calibri"/>
              </a:rPr>
              <a:t>reedsolo</a:t>
            </a:r>
            <a:r>
              <a:rPr lang="en-US" sz="2400">
                <a:latin typeface="Calibri"/>
                <a:ea typeface="Calibri"/>
                <a:cs typeface="Calibri"/>
              </a:rPr>
              <a:t> library.</a:t>
            </a:r>
            <a:endParaRPr lang="en-US" sz="2400"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400">
                <a:latin typeface="Calibri"/>
                <a:ea typeface="Calibri"/>
                <a:cs typeface="Calibri"/>
              </a:rPr>
              <a:t>Codec2 – Open-source low-bitrate voice codec (~700bps), illustrating the compression ceiling of waveform-based approaches. rowetel.com/codec2.html</a:t>
            </a:r>
            <a:endParaRPr lang="en-US" sz="2400"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400">
                <a:latin typeface="Calibri"/>
                <a:ea typeface="Calibri"/>
                <a:cs typeface="Calibri"/>
              </a:rPr>
              <a:t>AI4Bharat – Open Indian-language speech and NLP datasets/models. ai4bharat.org</a:t>
            </a:r>
            <a:endParaRPr lang="en-US" sz="2400">
              <a:latin typeface="Calibri"/>
              <a:cs typeface="Calibri"/>
            </a:endParaRPr>
          </a:p>
          <a:p>
            <a:pPr algn="l"/>
            <a:endParaRPr lang="en-US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</a:t>
            </a:r>
            <a:r>
              <a:rPr lang="en-US">
                <a:solidFill>
                  <a:prstClr val="white"/>
                </a:solidFill>
              </a:rPr>
              <a:t>submission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>
                <a:ea typeface="Calibri"/>
                <a:cs typeface="Calibri"/>
              </a:rPr>
              <a:t>INFIX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AAE752-5A79-D22F-D358-893B0A826076}"/>
              </a:ext>
            </a:extLst>
          </p:cNvPr>
          <p:cNvSpPr txBox="1"/>
          <p:nvPr/>
        </p:nvSpPr>
        <p:spPr>
          <a:xfrm>
            <a:off x="1054395" y="1442040"/>
            <a:ext cx="10543952" cy="48936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Calibri"/>
                <a:ea typeface="Calibri"/>
                <a:cs typeface="Calibri"/>
              </a:rPr>
              <a:t>Disaster response:</a:t>
            </a:r>
            <a:r>
              <a:rPr lang="en-US" sz="2400">
                <a:latin typeface="Calibri"/>
                <a:ea typeface="Calibri"/>
                <a:cs typeface="Calibri"/>
              </a:rPr>
              <a:t> Voice-like communication when cellular towers/broadband are unavailable. </a:t>
            </a:r>
            <a:endParaRPr lang="en-US" sz="2400">
              <a:latin typeface="Calibri"/>
              <a:cs typeface="Calibri" pitchFamily="34" charset="0"/>
            </a:endParaRPr>
          </a:p>
          <a:p>
            <a:r>
              <a:rPr lang="en-US" sz="2400" b="1" err="1">
                <a:latin typeface="Calibri"/>
                <a:ea typeface="Calibri"/>
                <a:cs typeface="Calibri"/>
              </a:rPr>
              <a:t>Defence</a:t>
            </a:r>
            <a:r>
              <a:rPr lang="en-US" sz="2400" b="1">
                <a:latin typeface="Calibri"/>
                <a:ea typeface="Calibri"/>
                <a:cs typeface="Calibri"/>
              </a:rPr>
              <a:t> &amp; border areas:</a:t>
            </a:r>
            <a:r>
              <a:rPr lang="en-US" sz="2400">
                <a:latin typeface="Calibri"/>
                <a:ea typeface="Calibri"/>
                <a:cs typeface="Calibri"/>
              </a:rPr>
              <a:t> Natural-language communication over bandwidth-starved radio links. </a:t>
            </a:r>
            <a:endParaRPr lang="en-US" sz="2400">
              <a:latin typeface="ＭＳ Ｐゴシック" pitchFamily="1" charset="-128"/>
              <a:cs typeface="Calibri"/>
            </a:endParaRPr>
          </a:p>
          <a:p>
            <a:r>
              <a:rPr lang="en-US" sz="2400" b="1">
                <a:latin typeface="Calibri"/>
                <a:ea typeface="Calibri"/>
                <a:cs typeface="Calibri"/>
              </a:rPr>
              <a:t>Maritime safety: </a:t>
            </a:r>
            <a:r>
              <a:rPr lang="en-US" sz="2400">
                <a:latin typeface="Calibri"/>
                <a:ea typeface="Calibri"/>
                <a:cs typeface="Calibri"/>
              </a:rPr>
              <a:t>Communication for fishermen and coast-guard users over constrained radio. </a:t>
            </a:r>
            <a:endParaRPr lang="en-US" sz="2400">
              <a:latin typeface="ＭＳ Ｐゴシック" pitchFamily="1" charset="-128"/>
              <a:cs typeface="Calibri"/>
            </a:endParaRPr>
          </a:p>
          <a:p>
            <a:r>
              <a:rPr lang="en-US" sz="2400" b="1">
                <a:latin typeface="Calibri"/>
                <a:ea typeface="Calibri"/>
                <a:cs typeface="Calibri"/>
              </a:rPr>
              <a:t>Rural connectivity:</a:t>
            </a:r>
            <a:r>
              <a:rPr lang="en-US" sz="2400">
                <a:latin typeface="Calibri"/>
                <a:ea typeface="Calibri"/>
                <a:cs typeface="Calibri"/>
              </a:rPr>
              <a:t> Voice-like communication over LoRa or satellite-text tiers. </a:t>
            </a:r>
            <a:endParaRPr lang="en-US" sz="2400">
              <a:latin typeface="ＭＳ Ｐゴシック" pitchFamily="1" charset="-128"/>
              <a:cs typeface="Calibri"/>
            </a:endParaRPr>
          </a:p>
          <a:p>
            <a:r>
              <a:rPr lang="en-US" sz="2400" b="1">
                <a:latin typeface="Calibri"/>
                <a:ea typeface="Calibri"/>
                <a:cs typeface="Calibri"/>
              </a:rPr>
              <a:t>Social benefit: </a:t>
            </a:r>
            <a:r>
              <a:rPr lang="en-US" sz="2400">
                <a:latin typeface="Calibri"/>
                <a:ea typeface="Calibri"/>
                <a:cs typeface="Calibri"/>
              </a:rPr>
              <a:t>Reduces dependence on typing, especially during stressful situations.</a:t>
            </a:r>
            <a:endParaRPr lang="en-US" sz="2400">
              <a:latin typeface="ＭＳ Ｐゴシック" pitchFamily="1" charset="-128"/>
              <a:cs typeface="Calibri"/>
            </a:endParaRPr>
          </a:p>
          <a:p>
            <a:r>
              <a:rPr lang="en-US" sz="2400" b="1">
                <a:latin typeface="Calibri"/>
                <a:ea typeface="Calibri"/>
                <a:cs typeface="Calibri"/>
              </a:rPr>
              <a:t>Economic benefit:</a:t>
            </a:r>
            <a:r>
              <a:rPr lang="en-US" sz="2400">
                <a:latin typeface="Calibri"/>
                <a:ea typeface="Calibri"/>
                <a:cs typeface="Calibri"/>
              </a:rPr>
              <a:t> Works with low-bandwidth infrastructure instead of requiring continuous high-speed connectivity. </a:t>
            </a:r>
            <a:endParaRPr lang="en-US" sz="2400">
              <a:latin typeface="ＭＳ Ｐゴシック" pitchFamily="1" charset="-128"/>
              <a:cs typeface="Calibri"/>
            </a:endParaRPr>
          </a:p>
          <a:p>
            <a:r>
              <a:rPr lang="en-US" sz="2400" b="1">
                <a:latin typeface="Calibri"/>
                <a:ea typeface="Calibri"/>
                <a:cs typeface="Calibri"/>
              </a:rPr>
              <a:t>National value: </a:t>
            </a:r>
            <a:r>
              <a:rPr lang="en-US" sz="2400">
                <a:latin typeface="Calibri"/>
                <a:ea typeface="Calibri"/>
                <a:cs typeface="Calibri"/>
              </a:rPr>
              <a:t>Multilingual communication suited to India’s linguistic diversity and difficult-to-connect regions.</a:t>
            </a:r>
            <a:endParaRPr lang="en-US" sz="2400">
              <a:latin typeface="Calibri"/>
              <a:cs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891F4C-C604-10E2-A50C-3C026C5C1C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6275" y="-2721"/>
            <a:ext cx="2627993" cy="1437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submission- Template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CA1C123-6671-81E1-6C9B-44CF211495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2332" y="-2721"/>
            <a:ext cx="3339193" cy="1597479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743D084C-0A36-5826-D209-20E21E49FAD1}"/>
              </a:ext>
            </a:extLst>
          </p:cNvPr>
          <p:cNvSpPr/>
          <p:nvPr/>
        </p:nvSpPr>
        <p:spPr>
          <a:xfrm>
            <a:off x="419311" y="238368"/>
            <a:ext cx="1222131" cy="753209"/>
          </a:xfrm>
          <a:prstGeom prst="ellipse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>
                <a:ea typeface="Calibri"/>
                <a:cs typeface="Calibri"/>
              </a:rPr>
              <a:t>INFIX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534D34-E847-C0D3-0023-3486E2F295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618" y="1583868"/>
            <a:ext cx="10190388" cy="329020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586F235-C04A-B161-50DE-BD4817F14B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lIns="91440" tIns="45720" rIns="91440" bIns="45720" anchor="ctr"/>
          <a:lstStyle/>
          <a:p>
            <a:pPr algn="ctr"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@SIH Idea submission</a:t>
            </a:r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7</Slides>
  <Notes>6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SMART INDIA HACKATHON 2026</vt:lpstr>
      <vt:lpstr> iTantra — Don’t Send Audio. Send Meaning.</vt:lpstr>
      <vt:lpstr>TECHNICAL APPROACH</vt:lpstr>
      <vt:lpstr>FEASIBILITY AND VIABILITY</vt:lpstr>
      <vt:lpstr>RESEARCH  AND REFERENCES</vt:lpstr>
      <vt:lpstr>IMPACT AND BENEFITS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revision>18</cp:revision>
  <dcterms:created xsi:type="dcterms:W3CDTF">2013-12-12T18:46:50Z</dcterms:created>
  <dcterms:modified xsi:type="dcterms:W3CDTF">2026-09-03T18:03:54Z</dcterms:modified>
  <cp:category/>
</cp:coreProperties>
</file>